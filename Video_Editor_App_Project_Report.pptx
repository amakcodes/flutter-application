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8" r:id="rId3"/>
    <p:sldId id="26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179388" y="692150"/>
            <a:ext cx="8913812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588" y="549275"/>
            <a:ext cx="9144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1908175" y="2492375"/>
            <a:ext cx="5545138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755650" y="620713"/>
            <a:ext cx="77724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588" y="333375"/>
            <a:ext cx="9144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5797550" y="4438650"/>
            <a:ext cx="3340100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49860"/>
            <a:ext cx="7771765" cy="6551295"/>
          </a:xfrm>
        </p:spPr>
        <p:txBody>
          <a:bodyPr>
            <a:normAutofit/>
          </a:bodyPr>
          <a:lstStyle/>
          <a:p>
            <a:endParaRPr lang="en-US" altLang="en-GB"/>
          </a:p>
          <a:p>
            <a:endParaRPr lang="en-US" altLang="en-GB" b="1">
              <a:latin typeface="+mj-lt"/>
              <a:cs typeface="+mj-lt"/>
            </a:endParaRPr>
          </a:p>
          <a:p>
            <a:endParaRPr lang="en-US" altLang="en-GB" b="1">
              <a:latin typeface="+mj-lt"/>
              <a:cs typeface="+mj-lt"/>
            </a:endParaRPr>
          </a:p>
          <a:p>
            <a:endParaRPr lang="en-US" altLang="en-GB" b="1">
              <a:latin typeface="+mj-lt"/>
              <a:cs typeface="+mj-lt"/>
            </a:endParaRPr>
          </a:p>
          <a:p>
            <a:endParaRPr lang="en-US" altLang="en-GB" b="1">
              <a:latin typeface="+mj-lt"/>
              <a:cs typeface="+mj-lt"/>
            </a:endParaRPr>
          </a:p>
          <a:p>
            <a:r>
              <a:rPr lang="en-US" altLang="en-GB" b="1">
                <a:latin typeface="+mj-lt"/>
                <a:cs typeface="+mj-lt"/>
              </a:rPr>
              <a:t>Kombolcha Institute of Technology</a:t>
            </a:r>
            <a:endParaRPr lang="en-US" altLang="en-GB" b="1">
              <a:latin typeface="+mj-lt"/>
              <a:cs typeface="+mj-lt"/>
            </a:endParaRPr>
          </a:p>
          <a:p>
            <a:r>
              <a:rPr lang="en-US" altLang="en-GB" b="1">
                <a:latin typeface="+mj-lt"/>
                <a:cs typeface="+mj-lt"/>
              </a:rPr>
              <a:t>College of Informatics</a:t>
            </a:r>
            <a:endParaRPr lang="en-US" altLang="en-GB" b="1">
              <a:latin typeface="+mj-lt"/>
              <a:cs typeface="+mj-lt"/>
            </a:endParaRPr>
          </a:p>
          <a:p>
            <a:r>
              <a:rPr lang="en-US" altLang="en-GB" b="1">
                <a:latin typeface="+mj-lt"/>
                <a:cs typeface="+mj-lt"/>
              </a:rPr>
              <a:t>Department of Software Engineering</a:t>
            </a:r>
            <a:endParaRPr lang="en-US" altLang="en-GB" b="1">
              <a:latin typeface="+mj-lt"/>
              <a:cs typeface="+mj-lt"/>
            </a:endParaRPr>
          </a:p>
          <a:p>
            <a:r>
              <a:rPr b="1">
                <a:latin typeface="+mj-lt"/>
                <a:cs typeface="+mj-lt"/>
                <a:sym typeface="+mn-ea"/>
              </a:rPr>
              <a:t>M</a:t>
            </a:r>
            <a:r>
              <a:rPr lang="en-GB" b="1">
                <a:latin typeface="+mj-lt"/>
                <a:cs typeface="+mj-lt"/>
                <a:sym typeface="+mn-ea"/>
              </a:rPr>
              <a:t>obile Application</a:t>
            </a:r>
            <a:r>
              <a:rPr lang="en-US" altLang="en-GB" b="1">
                <a:latin typeface="+mj-lt"/>
                <a:cs typeface="+mj-lt"/>
              </a:rPr>
              <a:t> Group Project</a:t>
            </a:r>
            <a:endParaRPr lang="en-US" altLang="en-GB" b="1">
              <a:latin typeface="+mj-lt"/>
              <a:cs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5975" y="349250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Video Editor App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>
                <a:sym typeface="+mn-ea"/>
              </a:rPr>
              <a:t>A Flutter-based Android application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Utilizes FFmpeg for video editing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Supports multiple editing features</a:t>
            </a:r>
            <a:endParaRPr>
              <a:sym typeface="+mn-ea"/>
            </a:endParaRPr>
          </a:p>
          <a:p>
            <a:endParaRPr lang="en-GB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user-friendly mobile app for basic video editing tasks</a:t>
            </a:r>
          </a:p>
          <a:p>
            <a:r>
              <a:t>Enable offline processing with FFmpeg</a:t>
            </a:r>
          </a:p>
          <a:p>
            <a:r>
              <a:t>Save edited videos directly to gallery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Flutter</a:t>
            </a:r>
          </a:p>
          <a:p>
            <a:r>
              <a:t>Dart</a:t>
            </a:r>
          </a:p>
          <a:p>
            <a:r>
              <a:t>FFmpegKit</a:t>
            </a:r>
          </a:p>
          <a:p>
            <a:r>
              <a:t>Video_Player</a:t>
            </a:r>
          </a:p>
          <a:p>
            <a:r>
              <a:t>Image_Picker</a:t>
            </a:r>
          </a:p>
          <a:p>
            <a:r>
              <a:t>Gallery_Saver</a:t>
            </a:r>
          </a:p>
          <a:p>
            <a:r>
              <a:t>Path_Provider</a:t>
            </a:r>
          </a:p>
          <a:p>
            <a:r>
              <a:t>File_Picker</a:t>
            </a:r>
          </a:p>
          <a:p>
            <a:r>
              <a:t>Permission_Handler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1. Trim Video</a:t>
            </a:r>
          </a:p>
          <a:p>
            <a:pPr marL="0" indent="0">
              <a:buNone/>
            </a:pPr>
            <a:r>
              <a:t>2. Slow and Fast Motion</a:t>
            </a:r>
          </a:p>
          <a:p>
            <a:pPr marL="0" indent="0">
              <a:buNone/>
            </a:pPr>
            <a:r>
              <a:t>3. Add Text Overlay</a:t>
            </a:r>
          </a:p>
          <a:p>
            <a:pPr marL="0" indent="0">
              <a:buNone/>
            </a:pPr>
            <a:r>
              <a:t>4. Add Image Overlay</a:t>
            </a:r>
          </a:p>
          <a:p>
            <a:pPr marL="0" indent="0">
              <a:buNone/>
            </a:pPr>
            <a:r>
              <a:t>5. Crop Video</a:t>
            </a:r>
          </a:p>
          <a:p>
            <a:pPr marL="0" indent="0">
              <a:buNone/>
            </a:pPr>
            <a:r>
              <a:t>6. Replace Audio</a:t>
            </a:r>
          </a:p>
          <a:p>
            <a:pPr marL="0" indent="0">
              <a:buNone/>
            </a:pPr>
            <a:r>
              <a:t>7. Export in Low Resolution</a:t>
            </a:r>
          </a:p>
          <a:p>
            <a:pPr marL="0" indent="0">
              <a:buNone/>
            </a:pPr>
            <a:r>
              <a:t>8. Merge Two Videos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Pick &amp; Play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selects video via ImagePicker</a:t>
            </a:r>
          </a:p>
          <a:p>
            <a:r>
              <a:t>Video previewed using VideoPlayerController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Trim and Speed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Trim video using FFmpeg: start &amp; duration</a:t>
            </a:r>
          </a:p>
          <a:p>
            <a:r>
              <a:t>Adjust speed with filters: setpts and atempo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Text and Image Overlay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Overlay text using drawtext filter</a:t>
            </a:r>
          </a:p>
          <a:p>
            <a:r>
              <a:t>Overlay image using overlay filter in FFmpeg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Crop and Replace Audio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Crop with filter:v crop</a:t>
            </a:r>
          </a:p>
          <a:p>
            <a:r>
              <a:t>Replace audio while keeping video stream intact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Export and Merge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Export in 360p using scale filter</a:t>
            </a:r>
          </a:p>
          <a:p>
            <a:r>
              <a:t>Merge videos using concat demuxer and list file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Permissions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Storage, audio, and video permissions requested</a:t>
            </a:r>
          </a:p>
          <a:p>
            <a:r>
              <a:t>Handled using permission_handler plugin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Efficient offline video editing solution</a:t>
            </a:r>
          </a:p>
          <a:p>
            <a:r>
              <a:t>Integrates well with Flutter ecosystem</a:t>
            </a:r>
          </a:p>
          <a:p>
            <a:r>
              <a:t>Ready for extension with more 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1390</Words>
  <Application>WPS Presentation</Application>
  <PresentationFormat>On-screen Show (4:3)</PresentationFormat>
  <Paragraphs>81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Business Cooperate</vt:lpstr>
      <vt:lpstr>PowerPoint 演示文稿</vt:lpstr>
      <vt:lpstr>PowerPoint 演示文稿</vt:lpstr>
      <vt:lpstr>Project Objective</vt:lpstr>
      <vt:lpstr>Tech Stack</vt:lpstr>
      <vt:lpstr>Key Features</vt:lpstr>
      <vt:lpstr>Pick &amp; Play Video</vt:lpstr>
      <vt:lpstr>Trim and Speed Control</vt:lpstr>
      <vt:lpstr>Add Text and Image Overlay</vt:lpstr>
      <vt:lpstr>Crop and Replace Audio</vt:lpstr>
      <vt:lpstr>Export and Merge</vt:lpstr>
      <vt:lpstr>Permissions Handling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FILI</cp:lastModifiedBy>
  <cp:revision>4</cp:revision>
  <dcterms:created xsi:type="dcterms:W3CDTF">2013-01-27T09:14:00Z</dcterms:created>
  <dcterms:modified xsi:type="dcterms:W3CDTF">2025-05-29T09:51:15Z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5F62022EF14640CA8BECE67A466D2DBB_12</vt:lpwstr>
  </property>
  <property fmtid="{D5CDD505-2E9C-101B-9397-08002B2CF9AE}" pid="3" name="KSOProductBuildVer">
    <vt:lpwstr>2057-12.2.0.21179</vt:lpwstr>
  </property>
</Properties>
</file>